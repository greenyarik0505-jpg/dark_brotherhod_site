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Священная Империя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Презентация официального сайта клуба</a:t>
            </a:r>
          </a:p>
          <a:p>
            <a:r>
              <a:t>Современное решение для топового клуба в Brawl Stars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Зачем нам свой сайт?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Престиж и Статус: Уникальное лицо клуба в интернете, выделяющее нас среди тысяч других.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Единая база: Вся важная информация, новости и правила собраны в одном месте.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Мотивация участников: Зал славы, достижения и галерея вдохновляют игроков.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Рекрутинг: Красивая страница 'Вступить' с требованиями помогает привлекать сильных игроков.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Что умеет наш сайт?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Новости: Актуальные анонсы, результаты Лиги Клубов и объявления.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Участники: Умный список с фильтрацией по ролям и сортировкой.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События: Интерактивный таймлайн турниров и мегакопилок.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Зал славы: Галерея скриншотов и рекорды клуба.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Панель Управления (Админка)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Скрытая админка, доступная только по секретному паролю.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Мгновенное редактирование, добавление и удаление данных.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Удобный интерфейс — справится любой без знания кода.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Все изменения мгновенно сохраняются в облаке (Google Firebase).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Империя ждет новых побед!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Сайт полностью готов к работе и адаптивен для телефонов.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Высокая скорость загрузки и современный дизайн.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Уже сейчас можно отправлять ссылку участникам клуба!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